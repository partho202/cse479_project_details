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2" r:id="rId6"/>
    <p:sldId id="266" r:id="rId7"/>
    <p:sldId id="260" r:id="rId8"/>
    <p:sldId id="263" r:id="rId9"/>
    <p:sldId id="261" r:id="rId10"/>
    <p:sldId id="268" r:id="rId11"/>
    <p:sldId id="267" r:id="rId12"/>
    <p:sldId id="269" r:id="rId13"/>
    <p:sldId id="264" r:id="rId14"/>
    <p:sldId id="265" r:id="rId15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66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800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8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3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983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7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48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3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98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61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5151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21023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9782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06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479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7573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14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A6EE91A-3ED1-454F-9BA8-44A41F319DE2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B792E-5D69-4012-B916-F1A31A816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313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49" r:id="rId1"/>
    <p:sldLayoutId id="2147484150" r:id="rId2"/>
    <p:sldLayoutId id="2147484151" r:id="rId3"/>
    <p:sldLayoutId id="2147484152" r:id="rId4"/>
    <p:sldLayoutId id="2147484153" r:id="rId5"/>
    <p:sldLayoutId id="2147484154" r:id="rId6"/>
    <p:sldLayoutId id="2147484155" r:id="rId7"/>
    <p:sldLayoutId id="2147484156" r:id="rId8"/>
    <p:sldLayoutId id="2147484157" r:id="rId9"/>
    <p:sldLayoutId id="2147484158" r:id="rId10"/>
    <p:sldLayoutId id="2147484159" r:id="rId11"/>
    <p:sldLayoutId id="2147484160" r:id="rId12"/>
    <p:sldLayoutId id="2147484161" r:id="rId13"/>
    <p:sldLayoutId id="2147484162" r:id="rId14"/>
    <p:sldLayoutId id="2147484163" r:id="rId15"/>
    <p:sldLayoutId id="2147484164" r:id="rId16"/>
    <p:sldLayoutId id="214748416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2F8D-47B1-40A5-87D5-B6A01F94C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7705" y="1095763"/>
            <a:ext cx="9773024" cy="1599050"/>
          </a:xfrm>
        </p:spPr>
        <p:txBody>
          <a:bodyPr/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Welcome to our Presentation</a:t>
            </a:r>
            <a:br>
              <a:rPr lang="en-US" dirty="0"/>
            </a:br>
            <a:endParaRPr lang="en-US" sz="2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B233A-BAB4-4358-BF96-7C67F406A5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376" y="3797286"/>
            <a:ext cx="3739774" cy="89125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Programming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cse479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159C59-E784-46C5-B3E1-12A445BDBE7B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080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2994DC-B8A2-41AD-A554-22A9513DFA0B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A5C32-594B-427E-A072-918EF0C50378}"/>
              </a:ext>
            </a:extLst>
          </p:cNvPr>
          <p:cNvSpPr txBox="1"/>
          <p:nvPr/>
        </p:nvSpPr>
        <p:spPr>
          <a:xfrm>
            <a:off x="1479176" y="4052988"/>
            <a:ext cx="803237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						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INSTRUCTOR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0" i="0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Md. Arman Hossain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     Lecturer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Department of Computer Science and Engineering , East West University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AB6C12-A0B6-488B-AFA6-D0C177AAABE1}"/>
              </a:ext>
            </a:extLst>
          </p:cNvPr>
          <p:cNvSpPr txBox="1"/>
          <p:nvPr/>
        </p:nvSpPr>
        <p:spPr>
          <a:xfrm>
            <a:off x="905435" y="813102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Partho Sarker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2021 - 3 – 60 – 202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1BA1C-2B92-4905-BE5E-7AE37BBEDFDE}"/>
              </a:ext>
            </a:extLst>
          </p:cNvPr>
          <p:cNvSpPr txBox="1"/>
          <p:nvPr/>
        </p:nvSpPr>
        <p:spPr>
          <a:xfrm>
            <a:off x="7292790" y="813102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Tasniya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Aziza Tufa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2022 - 1 – 60 – 163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753D90-37EB-44B9-B129-C94A5B93A461}"/>
              </a:ext>
            </a:extLst>
          </p:cNvPr>
          <p:cNvSpPr txBox="1"/>
          <p:nvPr/>
        </p:nvSpPr>
        <p:spPr>
          <a:xfrm>
            <a:off x="4280653" y="813102"/>
            <a:ext cx="2756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Tonmoy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</a:t>
            </a:r>
          </a:p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2022 – 1 – 60 – 004</a:t>
            </a:r>
          </a:p>
          <a:p>
            <a:pPr marL="0" indent="0" algn="just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 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512E3FB-CA62-4EBE-B5C8-C2331DEF6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9176" y="2805012"/>
            <a:ext cx="8906934" cy="734165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Name : 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sz="2400" dirty="0"/>
              <a:t>A Comparative Study of Laravel and Node.js</a:t>
            </a:r>
            <a:r>
              <a:rPr lang="en-US" sz="2400" b="0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“.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B50309-E74B-4629-A66E-81A15CD07B57}"/>
              </a:ext>
            </a:extLst>
          </p:cNvPr>
          <p:cNvSpPr txBox="1"/>
          <p:nvPr/>
        </p:nvSpPr>
        <p:spPr>
          <a:xfrm>
            <a:off x="4280653" y="1736432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Abrar Bin Habib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2023 - 3 – 60 – 021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6A922-34B0-438D-9D9B-8FB015B54452}"/>
              </a:ext>
            </a:extLst>
          </p:cNvPr>
          <p:cNvSpPr txBox="1"/>
          <p:nvPr/>
        </p:nvSpPr>
        <p:spPr>
          <a:xfrm>
            <a:off x="905435" y="1643675"/>
            <a:ext cx="26266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Zaber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Mahmud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 : 2022 - 3 – 60 – 007</a:t>
            </a:r>
          </a:p>
          <a:p>
            <a:pPr marL="0" indent="0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CSE Department East West University                      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386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36FD-D742-4337-B2F8-C6F11AA2B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12" y="46317"/>
            <a:ext cx="5864756" cy="901949"/>
          </a:xfrm>
        </p:spPr>
        <p:txBody>
          <a:bodyPr/>
          <a:lstStyle/>
          <a:p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445F-133E-4C09-9BCE-49A28FB98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712" y="1568326"/>
            <a:ext cx="8946541" cy="4341408"/>
          </a:xfrm>
        </p:spPr>
        <p:txBody>
          <a:bodyPr>
            <a:normAutofit/>
          </a:bodyPr>
          <a:lstStyle/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Laravel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Architecture (MVC)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Laravel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Node.js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Node.js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vs Node.js Comparison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Laravel and Node.js Together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Laravel &amp; Node.js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A7FC14-A971-452B-9B0D-D1C3B0EFF110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64217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33003-CB2C-47AF-8477-C9AC462E0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33668"/>
            <a:ext cx="9404723" cy="140053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E5D6F5-D4E9-463E-A543-046D8DAA97D8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4848180-3C77-42FE-86A9-BBB3AE84C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825" y="1360833"/>
            <a:ext cx="847200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development is the process of creating websites and web applications using different technologies.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and Node.js are popular backend technologies used for building fast, secure, and scalable applications.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discusses their features, advantages, differences, and practical uses in modern web development.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help developers create efficient, dynamic, and                    user-friendly web applications.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Laravel and Node.js are widely used in the software industry for modern web development solutions.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441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2FA57-A317-493C-B6E0-CCF98FD22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31" y="229192"/>
            <a:ext cx="5806422" cy="745409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Laravel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B2CC3E-685A-4A3B-8CBB-C142370E00E0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9444B-28A1-4BC2-8FCE-4EB1B5EC2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1148" y="1863138"/>
            <a:ext cx="10550806" cy="2355180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is an open-source PHP web application framework.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created by Taylor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Otwell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2011.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follows the MVC (Model-View-Controller) architecture.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used to build secure and scalable web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provides tools for routing, authentication, and database management.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428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05956-1B61-4691-A6F5-EF7A5960B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Architecture (MVC)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F61CB-8EB2-4B3C-8800-5C402ABAADEA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C76543-C257-4089-8D32-4786462D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234" y="1853248"/>
            <a:ext cx="954601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Laravel follows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MVC (Model-View-Controller)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data and database operations.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View: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the user interface and displays information.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Controller: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Controls user requests and connects Model with View.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MVC makes the application more organized, maintainable, and easier to develop. </a:t>
            </a:r>
          </a:p>
        </p:txBody>
      </p:sp>
    </p:spTree>
    <p:extLst>
      <p:ext uri="{BB962C8B-B14F-4D97-AF65-F5344CB8AC3E}">
        <p14:creationId xmlns:p14="http://schemas.microsoft.com/office/powerpoint/2010/main" val="260556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299C-F7A5-492D-9222-BF37B9E3E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758" y="271462"/>
            <a:ext cx="7612375" cy="71913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Laravel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B3E41A-83E6-481E-B1DC-9C3CC77D638B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3354ACE-738B-4ECB-A4B6-A0F1BD89D65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1094317" y="1613127"/>
            <a:ext cx="9268883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MVC Architecture: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clean and organized code structure.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Authentication System: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to build secure user login and registration systems.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Eloquent ORM: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Makes database operations easier and faster.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Routing System: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simple and flexible URL management. 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 Features: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Protects applications from common web threats.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Large Community Support: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Offers many resources and developer support. </a:t>
            </a:r>
          </a:p>
        </p:txBody>
      </p:sp>
    </p:spTree>
    <p:extLst>
      <p:ext uri="{BB962C8B-B14F-4D97-AF65-F5344CB8AC3E}">
        <p14:creationId xmlns:p14="http://schemas.microsoft.com/office/powerpoint/2010/main" val="2136113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41B8-ECD5-4D00-B314-B10D7AC9C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244" y="387873"/>
            <a:ext cx="8238565" cy="1054283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Node.js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823FAF-9423-4CD6-8388-686F0384CD4C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8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F49CFAAE-2E89-4B56-B148-8F778D9324AC}"/>
              </a:ext>
            </a:extLst>
          </p:cNvPr>
          <p:cNvSpPr txBox="1">
            <a:spLocks/>
          </p:cNvSpPr>
          <p:nvPr/>
        </p:nvSpPr>
        <p:spPr>
          <a:xfrm>
            <a:off x="404310" y="1442156"/>
            <a:ext cx="2057399" cy="382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algn="just"/>
            <a:endParaRPr lang="en-US" dirty="0"/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418FE795-F7B2-46AA-9BC5-20F9A74821E6}"/>
              </a:ext>
            </a:extLst>
          </p:cNvPr>
          <p:cNvSpPr txBox="1">
            <a:spLocks/>
          </p:cNvSpPr>
          <p:nvPr/>
        </p:nvSpPr>
        <p:spPr>
          <a:xfrm>
            <a:off x="404310" y="1526552"/>
            <a:ext cx="10702961" cy="2347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80B943-2EF6-4B86-B510-077FA4FAB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412" y="1442156"/>
            <a:ext cx="9573243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is an open-source JavaScript runtime environment.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allows developers to run JavaScript outside the web browser.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was created by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Ryan Dahl in 2009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built on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Chrome V8 JavaScript Engine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is mainly used for building fast and scalable web applications.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popular for developing APIs, real-time applications, and server-side solutions. </a:t>
            </a:r>
          </a:p>
        </p:txBody>
      </p:sp>
    </p:spTree>
    <p:extLst>
      <p:ext uri="{BB962C8B-B14F-4D97-AF65-F5344CB8AC3E}">
        <p14:creationId xmlns:p14="http://schemas.microsoft.com/office/powerpoint/2010/main" val="3943747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270D-B923-46F8-B845-C78D7FA5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111413"/>
            <a:ext cx="9404723" cy="140053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Advantages of Node.js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7055-35A7-4391-99E0-967CD8A343D6}"/>
              </a:ext>
            </a:extLst>
          </p:cNvPr>
          <p:cNvSpPr txBox="1"/>
          <p:nvPr/>
        </p:nvSpPr>
        <p:spPr>
          <a:xfrm>
            <a:off x="10605247" y="179294"/>
            <a:ext cx="3854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9BC57D-9224-4886-B2AE-377895ABB9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0" y="1613434"/>
            <a:ext cx="1092782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Performance: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Uses the Chrome V8 JavaScript Engine for high-speed execution.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Non-blocking I/O: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multiple requests efficiently without slowing down the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NPM (Node Package Manager):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Provides thousands of reusable packages and libraries.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Supports real-time features like chat apps and live notifications.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handle large numbers of users and requests.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Single Programming Language: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developers to use JavaScript for both frontend and backend. </a:t>
            </a:r>
          </a:p>
        </p:txBody>
      </p:sp>
    </p:spTree>
    <p:extLst>
      <p:ext uri="{BB962C8B-B14F-4D97-AF65-F5344CB8AC3E}">
        <p14:creationId xmlns:p14="http://schemas.microsoft.com/office/powerpoint/2010/main" val="168442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270D-B923-46F8-B845-C78D7FA5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77" y="0"/>
            <a:ext cx="9404723" cy="140053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Laravel vs Node.js Comparison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0666CB33-A31B-481E-BE5E-5F4B3984A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0809523"/>
              </p:ext>
            </p:extLst>
          </p:nvPr>
        </p:nvGraphicFramePr>
        <p:xfrm>
          <a:off x="1761966" y="1304389"/>
          <a:ext cx="8288868" cy="510089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62956">
                  <a:extLst>
                    <a:ext uri="{9D8B030D-6E8A-4147-A177-3AD203B41FA5}">
                      <a16:colId xmlns:a16="http://schemas.microsoft.com/office/drawing/2014/main" val="2227697762"/>
                    </a:ext>
                  </a:extLst>
                </a:gridCol>
                <a:gridCol w="2762956">
                  <a:extLst>
                    <a:ext uri="{9D8B030D-6E8A-4147-A177-3AD203B41FA5}">
                      <a16:colId xmlns:a16="http://schemas.microsoft.com/office/drawing/2014/main" val="3853127010"/>
                    </a:ext>
                  </a:extLst>
                </a:gridCol>
                <a:gridCol w="2762956">
                  <a:extLst>
                    <a:ext uri="{9D8B030D-6E8A-4147-A177-3AD203B41FA5}">
                      <a16:colId xmlns:a16="http://schemas.microsoft.com/office/drawing/2014/main" val="3973481186"/>
                    </a:ext>
                  </a:extLst>
                </a:gridCol>
              </a:tblGrid>
              <a:tr h="37734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Laravel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Node.js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1043415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PHP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JavaScript Runtime Environment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671528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MVC (Model-View-Controller)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Event-driven Architecture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0539393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performance for structured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Very fast for real-time applications.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458756"/>
                  </a:ext>
                </a:extLst>
              </a:tr>
              <a:tr h="714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Eloquent ORM for database management.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MongoDB, MySQL, PostgreSQL etc.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626985"/>
                  </a:ext>
                </a:extLst>
              </a:tr>
              <a:tr h="714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 development with PHP.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Server-side development with JavaScript.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577553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Used For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E-commerce, CMS, Enterprise applications.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Chat apps, APIs, Streaming applications.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2475963"/>
                  </a:ext>
                </a:extLst>
              </a:tr>
              <a:tr h="51418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 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Composer.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NPM (Node Package Manager).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447539"/>
                  </a:ext>
                </a:extLst>
              </a:tr>
              <a:tr h="71488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shopping website, Banking system.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chat app, Video streaming platform.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629263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8D97055-35A7-4391-99E0-967CD8A343D6}"/>
              </a:ext>
            </a:extLst>
          </p:cNvPr>
          <p:cNvSpPr txBox="1"/>
          <p:nvPr/>
        </p:nvSpPr>
        <p:spPr>
          <a:xfrm>
            <a:off x="10434917" y="160330"/>
            <a:ext cx="708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70078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270D-B923-46F8-B845-C78D7FA55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8892336" cy="115196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Laravel and Node.js Together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D97055-35A7-4391-99E0-967CD8A343D6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425AD5-4C9F-420E-8EA3-BD1E585627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8623" y="1604682"/>
            <a:ext cx="8704977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can be used as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 backend framework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business logic and database management.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can handle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features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chat, notifications, and live updates.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technologies can communicate through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 APIs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manages user authentication, products, and transactions.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manages real-time communication and high-speed operations. </a:t>
            </a:r>
          </a:p>
        </p:txBody>
      </p:sp>
    </p:spTree>
    <p:extLst>
      <p:ext uri="{BB962C8B-B14F-4D97-AF65-F5344CB8AC3E}">
        <p14:creationId xmlns:p14="http://schemas.microsoft.com/office/powerpoint/2010/main" val="2044018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C263E-4E67-490D-AE28-9EF9D6C32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2" y="452718"/>
            <a:ext cx="9048222" cy="74108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Laravel &amp; Node.js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046D10-994D-4E5A-ABFA-BFCB8901E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379" y="1536452"/>
            <a:ext cx="10394421" cy="457648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Laravel: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 Websites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Online shopping platforms and payment systems.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Management Systems (CMS)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Blogs, news portals, and websites.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Business management and internal systems.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Banking &amp; Financial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Secure transaction-based applications.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Node.js:</a:t>
            </a:r>
          </a:p>
          <a:p>
            <a:pPr marL="0" indent="0"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Chat applications and live notifications.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Development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Building fast and scalable backend APIs.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Platforms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Video and audio streaming services.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Applications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Real-time user interaction platforms.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1F3DEC-F1D6-406D-BED5-A9226D5D3FDA}"/>
              </a:ext>
            </a:extLst>
          </p:cNvPr>
          <p:cNvSpPr txBox="1"/>
          <p:nvPr/>
        </p:nvSpPr>
        <p:spPr>
          <a:xfrm>
            <a:off x="10416989" y="160330"/>
            <a:ext cx="76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774335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7A15-B790-4EC0-820D-C7B98D37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3361113" cy="89198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2187C-D79D-47AD-A6C7-EACDE2710E76}"/>
              </a:ext>
            </a:extLst>
          </p:cNvPr>
          <p:cNvSpPr txBox="1"/>
          <p:nvPr/>
        </p:nvSpPr>
        <p:spPr>
          <a:xfrm>
            <a:off x="10479741" y="160330"/>
            <a:ext cx="663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F443EFD-3525-43D1-BCBD-EBB912094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855" y="1344706"/>
            <a:ext cx="1068228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and Node.js are two powerful technologies used for modern web development.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Laravel provides a secure, structured, and efficient framework for building web applications.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Node.js offers high performance and real-time capabilities for scalable applications.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Both technologies have their own strengths and can be used together to create fast, secure, and powerful solutions. 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these technologies helps developers build modern and user-friendly web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3652984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DFFAD-14F2-4FF3-B232-630628427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2C0E00-F616-4C60-95EE-03171E714994}"/>
              </a:ext>
            </a:extLst>
          </p:cNvPr>
          <p:cNvSpPr txBox="1"/>
          <p:nvPr/>
        </p:nvSpPr>
        <p:spPr>
          <a:xfrm>
            <a:off x="10434918" y="179294"/>
            <a:ext cx="833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57404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2437</TotalTime>
  <Words>1031</Words>
  <Application>Microsoft Office PowerPoint</Application>
  <PresentationFormat>Widescreen</PresentationFormat>
  <Paragraphs>178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Century Gothic</vt:lpstr>
      <vt:lpstr>Times New Roman</vt:lpstr>
      <vt:lpstr>Wingdings 3</vt:lpstr>
      <vt:lpstr>Ion</vt:lpstr>
      <vt:lpstr>Welcome to our Presentation </vt:lpstr>
      <vt:lpstr>Topic Name : “A Comparative Study of Laravel and Node.js“.</vt:lpstr>
      <vt:lpstr> Table of Contents</vt:lpstr>
      <vt:lpstr>Introduction</vt:lpstr>
      <vt:lpstr>Overview of Laravel</vt:lpstr>
      <vt:lpstr>Laravel Architecture (MVC)</vt:lpstr>
      <vt:lpstr>Features &amp; Advantages of Laravel</vt:lpstr>
      <vt:lpstr>Introduction to Node.js</vt:lpstr>
      <vt:lpstr>Features &amp; Advantages of Node.js</vt:lpstr>
      <vt:lpstr>Laravel vs Node.js Comparison</vt:lpstr>
      <vt:lpstr>Using Laravel and Node.js Together</vt:lpstr>
      <vt:lpstr>Applications of Laravel &amp; Node.js</vt:lpstr>
      <vt:lpstr>Conclusion</vt:lpstr>
      <vt:lpstr>                                            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my Presentation</dc:title>
  <dc:creator>ASUS</dc:creator>
  <cp:lastModifiedBy>Partho Sarker</cp:lastModifiedBy>
  <cp:revision>12</cp:revision>
  <cp:lastPrinted>2025-12-17T17:08:56Z</cp:lastPrinted>
  <dcterms:modified xsi:type="dcterms:W3CDTF">2026-08-19T20:59:58Z</dcterms:modified>
</cp:coreProperties>
</file>